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5697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94"/>
  </p:normalViewPr>
  <p:slideViewPr>
    <p:cSldViewPr snapToGrid="0">
      <p:cViewPr varScale="1">
        <p:scale>
          <a:sx n="70" d="100"/>
          <a:sy n="70" d="100"/>
        </p:scale>
        <p:origin x="6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09433-8FC2-4E26-ADBE-E9ED89CCBB7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207B0-5271-4B48-8F11-F6D90584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7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logos&#10;&#10;AI-generated content may be incorrect.">
            <a:extLst>
              <a:ext uri="{FF2B5EF4-FFF2-40B4-BE49-F238E27FC236}">
                <a16:creationId xmlns:a16="http://schemas.microsoft.com/office/drawing/2014/main" id="{65CE11AB-2FE9-7143-EE6F-7158B0284B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5" t="14140" r="4264" b="13891"/>
          <a:stretch>
            <a:fillRect/>
          </a:stretch>
        </p:blipFill>
        <p:spPr>
          <a:xfrm>
            <a:off x="1147445" y="844350"/>
            <a:ext cx="9897110" cy="31093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4254E-33D2-ADB9-7DD2-64BD6376BEB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46175" y="4971350"/>
            <a:ext cx="9898063" cy="914400"/>
          </a:xfrm>
        </p:spPr>
        <p:txBody>
          <a:bodyPr>
            <a:noAutofit/>
          </a:bodyPr>
          <a:lstStyle>
            <a:lvl1pPr>
              <a:buNone/>
              <a:defRPr sz="2000"/>
            </a:lvl1pPr>
          </a:lstStyle>
          <a:p>
            <a:pPr lvl="0"/>
            <a:r>
              <a:rPr lang="en-US" dirty="0"/>
              <a:t>Subtitle or Text</a:t>
            </a:r>
          </a:p>
          <a:p>
            <a:pPr lvl="0"/>
            <a:r>
              <a:rPr lang="en-US" dirty="0"/>
              <a:t>Subtitle or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FACB00-74A8-1A4E-BC6E-87FBE13928A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46175" y="4413186"/>
            <a:ext cx="9896475" cy="48768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992BE-B7FA-CD4E-4ED7-BEC61CBF2AFE}"/>
              </a:ext>
            </a:extLst>
          </p:cNvPr>
          <p:cNvSpPr/>
          <p:nvPr userDrawn="1"/>
        </p:nvSpPr>
        <p:spPr>
          <a:xfrm>
            <a:off x="-2" y="6404103"/>
            <a:ext cx="12192001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165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rgbClr val="0756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73D9B49-0203-ABE8-30E4-B88076AB5A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1" r="4974"/>
          <a:stretch>
            <a:fillRect/>
          </a:stretch>
        </p:blipFill>
        <p:spPr>
          <a:xfrm>
            <a:off x="0" y="697447"/>
            <a:ext cx="12192000" cy="540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73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eagle with a shield and stars&#10;&#10;Description automatically generated">
            <a:extLst>
              <a:ext uri="{FF2B5EF4-FFF2-40B4-BE49-F238E27FC236}">
                <a16:creationId xmlns:a16="http://schemas.microsoft.com/office/drawing/2014/main" id="{FA0E348E-CE95-E93D-AB93-FD1DB66AB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578" y="99053"/>
            <a:ext cx="5894844" cy="665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77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logos&#10;&#10;AI-generated content may be incorrect.">
            <a:extLst>
              <a:ext uri="{FF2B5EF4-FFF2-40B4-BE49-F238E27FC236}">
                <a16:creationId xmlns:a16="http://schemas.microsoft.com/office/drawing/2014/main" id="{132E3A89-5965-E9E1-5CF3-2DD3D43B74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5" t="14140" r="4264" b="13891"/>
          <a:stretch>
            <a:fillRect/>
          </a:stretch>
        </p:blipFill>
        <p:spPr>
          <a:xfrm>
            <a:off x="0" y="1544320"/>
            <a:ext cx="12192000" cy="383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38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logos&#10;&#10;AI-generated content may be incorrect.">
            <a:extLst>
              <a:ext uri="{FF2B5EF4-FFF2-40B4-BE49-F238E27FC236}">
                <a16:creationId xmlns:a16="http://schemas.microsoft.com/office/drawing/2014/main" id="{65CE11AB-2FE9-7143-EE6F-7158B0284B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5" t="14140" r="4264" b="13891"/>
          <a:stretch>
            <a:fillRect/>
          </a:stretch>
        </p:blipFill>
        <p:spPr>
          <a:xfrm>
            <a:off x="0" y="755049"/>
            <a:ext cx="12192000" cy="383032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EB4901-AB52-B3BE-66A6-507483B5D69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5063" y="4773497"/>
            <a:ext cx="9904412" cy="1559925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4216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B2FC-7210-49F5-993A-00B15C3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2FB27F-2543-0462-C2D8-C08EB6F30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50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73168-2E08-FEF3-E03D-C311DD90D6E5}"/>
              </a:ext>
            </a:extLst>
          </p:cNvPr>
          <p:cNvSpPr/>
          <p:nvPr userDrawn="1"/>
        </p:nvSpPr>
        <p:spPr>
          <a:xfrm>
            <a:off x="-1" y="6404103"/>
            <a:ext cx="10157553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553DF37-B0DA-3486-A714-9C53F7C5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460" y="637671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A close-up of logos&#10;&#10;AI-generated content may be incorrect.">
            <a:extLst>
              <a:ext uri="{FF2B5EF4-FFF2-40B4-BE49-F238E27FC236}">
                <a16:creationId xmlns:a16="http://schemas.microsoft.com/office/drawing/2014/main" id="{B7F63DCB-6A45-8C9D-5655-AD7D2FB644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12478" r="6889" b="14033"/>
          <a:stretch>
            <a:fillRect/>
          </a:stretch>
        </p:blipFill>
        <p:spPr>
          <a:xfrm>
            <a:off x="10261308" y="6155658"/>
            <a:ext cx="1871276" cy="6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0369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rgbClr val="0756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D1D78C2-10DB-39A4-AAEB-A77582DF37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64" b="9117"/>
          <a:stretch>
            <a:fillRect/>
          </a:stretch>
        </p:blipFill>
        <p:spPr>
          <a:xfrm>
            <a:off x="9997440" y="6041141"/>
            <a:ext cx="2088702" cy="835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6BB2FC-7210-49F5-993A-00B15C3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682C83B-7B3D-B6EB-6996-FF2536AD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460" y="637671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05CE0F-BB16-1D05-E196-173CCB6FD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082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74142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B2FC-7210-49F5-993A-00B15C3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7C5D6FF-05C9-BEF6-79E2-EA4E5523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561" y="6442759"/>
            <a:ext cx="635435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7570C1-29E3-D564-8545-033DD08A1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8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460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F757-681C-4A02-9880-D3EFEC32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92B0C-E864-4B4B-964A-9E53C4E70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2743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875C4-2DA6-4DB0-886A-65230F286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2743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FCFB0A-A260-8ABD-F5A8-B6E2E86FCCE3}"/>
              </a:ext>
            </a:extLst>
          </p:cNvPr>
          <p:cNvSpPr/>
          <p:nvPr userDrawn="1"/>
        </p:nvSpPr>
        <p:spPr>
          <a:xfrm>
            <a:off x="-1" y="6404103"/>
            <a:ext cx="10157553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D7177B4-F28B-C843-7F9B-43EDE92C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460" y="637671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 descr="A close-up of logos&#10;&#10;AI-generated content may be incorrect.">
            <a:extLst>
              <a:ext uri="{FF2B5EF4-FFF2-40B4-BE49-F238E27FC236}">
                <a16:creationId xmlns:a16="http://schemas.microsoft.com/office/drawing/2014/main" id="{41A1ED40-0CDD-3564-2E38-EEDD9BB0F9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12478" r="6889" b="14033"/>
          <a:stretch>
            <a:fillRect/>
          </a:stretch>
        </p:blipFill>
        <p:spPr>
          <a:xfrm>
            <a:off x="10261308" y="6155658"/>
            <a:ext cx="1871276" cy="6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058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AD7C-ECC6-49CB-B259-D3F6D5FCA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5DAF5-D4B9-40C2-8952-A817CEA0E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6244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5CD0C-B93E-4D69-9F0B-B03424A60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58110"/>
            <a:ext cx="5157787" cy="343925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D90EF-04B1-4207-82AE-7D6FF6DE43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6244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6857F-C227-4BF7-9CAA-DF52159C1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8110"/>
            <a:ext cx="5183188" cy="3439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2E59D4-47FD-7721-9E79-A0CB7BF5C20D}"/>
              </a:ext>
            </a:extLst>
          </p:cNvPr>
          <p:cNvSpPr/>
          <p:nvPr userDrawn="1"/>
        </p:nvSpPr>
        <p:spPr>
          <a:xfrm>
            <a:off x="-1" y="6404103"/>
            <a:ext cx="10157553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C56BC87-215A-C1A5-2DFD-E33DF400C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460" y="637671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A close-up of logos&#10;&#10;AI-generated content may be incorrect.">
            <a:extLst>
              <a:ext uri="{FF2B5EF4-FFF2-40B4-BE49-F238E27FC236}">
                <a16:creationId xmlns:a16="http://schemas.microsoft.com/office/drawing/2014/main" id="{2C9D7065-DF1D-49D0-CF50-D3AA26818E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12478" r="6889" b="14033"/>
          <a:stretch>
            <a:fillRect/>
          </a:stretch>
        </p:blipFill>
        <p:spPr>
          <a:xfrm>
            <a:off x="10261308" y="6155658"/>
            <a:ext cx="1871276" cy="6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0190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99FE-3370-48F5-9321-3BDCA32F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C7AC5-6B2D-4B0A-B447-7CD7F9AD41DA}"/>
              </a:ext>
            </a:extLst>
          </p:cNvPr>
          <p:cNvSpPr/>
          <p:nvPr userDrawn="1"/>
        </p:nvSpPr>
        <p:spPr>
          <a:xfrm>
            <a:off x="-1" y="6404103"/>
            <a:ext cx="10157553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F76AE0-C1D6-51AF-AA07-0E126FA6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460" y="637671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close-up of logos&#10;&#10;AI-generated content may be incorrect.">
            <a:extLst>
              <a:ext uri="{FF2B5EF4-FFF2-40B4-BE49-F238E27FC236}">
                <a16:creationId xmlns:a16="http://schemas.microsoft.com/office/drawing/2014/main" id="{508DA7BF-9B2B-1395-AB49-FDF5A4AC35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12478" r="6889" b="14033"/>
          <a:stretch>
            <a:fillRect/>
          </a:stretch>
        </p:blipFill>
        <p:spPr>
          <a:xfrm>
            <a:off x="10261308" y="6155658"/>
            <a:ext cx="1871276" cy="6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9299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71B90B-67F7-41D5-F3BF-41636C66BF84}"/>
              </a:ext>
            </a:extLst>
          </p:cNvPr>
          <p:cNvSpPr/>
          <p:nvPr userDrawn="1"/>
        </p:nvSpPr>
        <p:spPr>
          <a:xfrm>
            <a:off x="-1" y="6404103"/>
            <a:ext cx="10157553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527EF1-0C81-EC52-572A-14550FC8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460" y="637671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close-up of logos&#10;&#10;AI-generated content may be incorrect.">
            <a:extLst>
              <a:ext uri="{FF2B5EF4-FFF2-40B4-BE49-F238E27FC236}">
                <a16:creationId xmlns:a16="http://schemas.microsoft.com/office/drawing/2014/main" id="{A3C7EDDF-22C1-B3B4-C032-4975A737DE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12478" r="6889" b="14033"/>
          <a:stretch>
            <a:fillRect/>
          </a:stretch>
        </p:blipFill>
        <p:spPr>
          <a:xfrm>
            <a:off x="10261308" y="6155658"/>
            <a:ext cx="1871276" cy="6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6273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613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9CC8-CB60-4446-B9C0-ADCD8384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9C459-CA2E-471A-90B8-9CD7B5B74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93446-49D2-4C5C-AB3C-7983D6B46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4D88F4-8CA4-E63E-8E04-6D470357E29D}"/>
              </a:ext>
            </a:extLst>
          </p:cNvPr>
          <p:cNvSpPr/>
          <p:nvPr userDrawn="1"/>
        </p:nvSpPr>
        <p:spPr>
          <a:xfrm>
            <a:off x="-1" y="6404103"/>
            <a:ext cx="10157553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45B9B24-4F05-59CB-DE38-29D25733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460" y="637671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close-up of logos&#10;&#10;AI-generated content may be incorrect.">
            <a:extLst>
              <a:ext uri="{FF2B5EF4-FFF2-40B4-BE49-F238E27FC236}">
                <a16:creationId xmlns:a16="http://schemas.microsoft.com/office/drawing/2014/main" id="{A020D39A-7E11-5380-5641-4A0E446A91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12478" r="6889" b="14033"/>
          <a:stretch>
            <a:fillRect/>
          </a:stretch>
        </p:blipFill>
        <p:spPr>
          <a:xfrm>
            <a:off x="10261308" y="6155658"/>
            <a:ext cx="1871276" cy="6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1820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B1AF4-9EFB-4707-9220-D0D63A4D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70091-600C-4D13-BC30-F09377330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1BD4D-2262-4913-BC7B-CDD0773F3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CDE9A-B38B-891E-05BF-3D054DD75E28}"/>
              </a:ext>
            </a:extLst>
          </p:cNvPr>
          <p:cNvSpPr/>
          <p:nvPr userDrawn="1"/>
        </p:nvSpPr>
        <p:spPr>
          <a:xfrm>
            <a:off x="-1" y="6404103"/>
            <a:ext cx="10157553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861C2C8-A1D2-EB5E-38DE-8357996E4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460" y="637671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close-up of logos&#10;&#10;AI-generated content may be incorrect.">
            <a:extLst>
              <a:ext uri="{FF2B5EF4-FFF2-40B4-BE49-F238E27FC236}">
                <a16:creationId xmlns:a16="http://schemas.microsoft.com/office/drawing/2014/main" id="{8BFD51F5-9A34-7D22-D292-CE856030E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12478" r="6889" b="14033"/>
          <a:stretch>
            <a:fillRect/>
          </a:stretch>
        </p:blipFill>
        <p:spPr>
          <a:xfrm>
            <a:off x="10261308" y="6155658"/>
            <a:ext cx="1871276" cy="6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1307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4F11-2B33-457A-AE33-E84F496C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930FA-69BC-4619-978D-55BEAF1C6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890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4E7BE0-4547-9543-F687-205A13BEEB50}"/>
              </a:ext>
            </a:extLst>
          </p:cNvPr>
          <p:cNvSpPr/>
          <p:nvPr userDrawn="1"/>
        </p:nvSpPr>
        <p:spPr>
          <a:xfrm>
            <a:off x="-1" y="6404103"/>
            <a:ext cx="10157553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C0B11-98A5-08ED-35B3-4D6A3776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460" y="637671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close-up of logos&#10;&#10;AI-generated content may be incorrect.">
            <a:extLst>
              <a:ext uri="{FF2B5EF4-FFF2-40B4-BE49-F238E27FC236}">
                <a16:creationId xmlns:a16="http://schemas.microsoft.com/office/drawing/2014/main" id="{D7B475BB-C0AF-E035-6367-FE3C3D423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12478" r="6889" b="14033"/>
          <a:stretch>
            <a:fillRect/>
          </a:stretch>
        </p:blipFill>
        <p:spPr>
          <a:xfrm>
            <a:off x="10261308" y="6155658"/>
            <a:ext cx="1871276" cy="6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9743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4A9CE8-520D-4A08-8BE0-AD7B43EB3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6597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77866-7875-4403-83CF-5558D69EF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65975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D39E1-87F9-C743-BDCE-CE71AB8F8E1F}"/>
              </a:ext>
            </a:extLst>
          </p:cNvPr>
          <p:cNvSpPr/>
          <p:nvPr userDrawn="1"/>
        </p:nvSpPr>
        <p:spPr>
          <a:xfrm>
            <a:off x="-1" y="6404103"/>
            <a:ext cx="10157553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F3365-8EC5-5A6D-0F59-E3602191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460" y="637671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5575102F-CC77-4CA7-8712-F041898EE7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close-up of logos&#10;&#10;AI-generated content may be incorrect.">
            <a:extLst>
              <a:ext uri="{FF2B5EF4-FFF2-40B4-BE49-F238E27FC236}">
                <a16:creationId xmlns:a16="http://schemas.microsoft.com/office/drawing/2014/main" id="{7EF6398F-A8BA-BEB6-6291-30304F4B7C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12478" r="6889" b="14033"/>
          <a:stretch>
            <a:fillRect/>
          </a:stretch>
        </p:blipFill>
        <p:spPr>
          <a:xfrm>
            <a:off x="10261308" y="6155658"/>
            <a:ext cx="1871276" cy="6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0498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D2550-CAEC-427C-9931-29B0BCF6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A68F2-4BD4-466B-B002-5596145E4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319EC-B35D-8DE8-F0D1-8490AE066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3EF77-212E-4D19-A39F-340E77A23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3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0" r:id="rId2"/>
    <p:sldLayoutId id="2147483676" r:id="rId3"/>
    <p:sldLayoutId id="2147483679" r:id="rId4"/>
    <p:sldLayoutId id="2147483684" r:id="rId5"/>
    <p:sldLayoutId id="2147483681" r:id="rId6"/>
    <p:sldLayoutId id="2147483682" r:id="rId7"/>
    <p:sldLayoutId id="2147483683" r:id="rId8"/>
    <p:sldLayoutId id="2147483664" r:id="rId9"/>
    <p:sldLayoutId id="2147483665" r:id="rId10"/>
    <p:sldLayoutId id="2147483666" r:id="rId11"/>
    <p:sldLayoutId id="2147483667" r:id="rId12"/>
    <p:sldLayoutId id="2147483673" r:id="rId13"/>
    <p:sldLayoutId id="2147483668" r:id="rId14"/>
    <p:sldLayoutId id="2147483669" r:id="rId15"/>
    <p:sldLayoutId id="2147483670" r:id="rId16"/>
    <p:sldLayoutId id="214748367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75697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76CD0F-2401-362E-2503-BD53F9FEA03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5BD27-5530-BD30-12EB-E6EAE2D7AFC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0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805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78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07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8BA0-1751-85BF-4F15-1F94B0CA841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62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3FB71-B43C-43B0-53A0-6FB88748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EA2BC-5655-5008-037B-3B67AE946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ED6F5-49BC-0098-ED08-33864B34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575102F-CC77-4CA7-8712-F041898EE779}" type="slidenum">
              <a:rPr lang="en-US" smtClean="0"/>
              <a:pPr algn="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84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DF106-CDF4-AE07-2F11-32522D18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EA89-0B8A-8C5A-2C56-3DF23C98D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3D637-A3AE-15ED-DBE5-4A7DB259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575102F-CC77-4CA7-8712-F041898EE779}" type="slidenum">
              <a:rPr lang="en-US" smtClean="0"/>
              <a:pPr algn="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71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C3D89-AB79-805B-C594-1E839A06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B586C-7CB5-7B55-FF7C-5804A1CAD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07E3E-398D-B7B3-8C45-E7BF0643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5102F-CC77-4CA7-8712-F041898EE77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83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141A-3DFC-EA8A-EA4D-60BD5B270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CDC79-CF87-6865-29F0-4705AC71AC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26B93-3C42-92CC-B4EA-6BFE42114B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DE5DC-B82F-3E49-968F-FFD66448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575102F-CC77-4CA7-8712-F041898EE779}" type="slidenum">
              <a:rPr lang="en-US" smtClean="0"/>
              <a:pPr algn="r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86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B289-13D9-1233-C5A1-C4B5EB0E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7E431-6DB4-701F-F844-BF5931E46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9E846-14E2-06D7-D082-9F768B8774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8AF2F0-42E0-1F18-7B4C-6BF0F819F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906111-6F93-9D08-B49A-82C816D096E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AC31B-7236-2824-2ECC-3A26344F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575102F-CC77-4CA7-8712-F041898EE779}" type="slidenum">
              <a:rPr lang="en-US" smtClean="0"/>
              <a:pPr algn="r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56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1C79-88C4-D5CA-3197-B4937B444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584601-3280-947C-F981-9FF166C4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575102F-CC77-4CA7-8712-F041898EE779}" type="slidenum">
              <a:rPr lang="en-US" smtClean="0"/>
              <a:pPr algn="r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75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A5537-7179-4B37-CAC3-E0A4831E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575102F-CC77-4CA7-8712-F041898EE779}" type="slidenum">
              <a:rPr lang="en-US" smtClean="0"/>
              <a:pPr algn="r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06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DD8D-4B4F-0EB9-DD44-9E8923347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3725-A116-7C80-F01C-EC30C11AF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08D83-F9DE-D0B2-3F8F-81ABFD302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1CCA9-F28A-D65B-DFFE-7FC388D1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575102F-CC77-4CA7-8712-F041898EE779}" type="slidenum">
              <a:rPr lang="en-US" smtClean="0"/>
              <a:pPr algn="r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02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015E-8475-656A-929D-83B32045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B193F-7EDC-3E9D-592B-D87DCBCE535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85E7B-2503-573D-8408-B37DA9DB0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B7576-5378-2ADE-14B7-E7DA6022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575102F-CC77-4CA7-8712-F041898EE779}" type="slidenum">
              <a:rPr lang="en-US" smtClean="0"/>
              <a:pPr algn="r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40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2893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outing America PPT Template" id="{EDBC1C35-C06F-4E41-AE6B-F4209A888D9F}" vid="{0FA3DBA7-58C3-6448-ABB8-493D7754C5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b3ee833-dd67-45a8-9be9-6f6d0833a8d7">
      <UserInfo>
        <DisplayName>Gordon Shattles</DisplayName>
        <AccountId>164</AccountId>
        <AccountType/>
      </UserInfo>
      <UserInfo>
        <DisplayName>Darin Kinn</DisplayName>
        <AccountId>13</AccountId>
        <AccountType/>
      </UserInfo>
      <UserInfo>
        <DisplayName>Nathan Johnson</DisplayName>
        <AccountId>16</AccountId>
        <AccountType/>
      </UserInfo>
    </SharedWithUsers>
    <lcf76f155ced4ddcb4097134ff3c332f xmlns="221fe16e-01ca-427a-8a91-6a20a69d1f88">
      <Terms xmlns="http://schemas.microsoft.com/office/infopath/2007/PartnerControls"/>
    </lcf76f155ced4ddcb4097134ff3c332f>
    <TaxCatchAll xmlns="2b3ee833-dd67-45a8-9be9-6f6d0833a8d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395DD036392A4E8690A0B7E3762567" ma:contentTypeVersion="19" ma:contentTypeDescription="Create a new document." ma:contentTypeScope="" ma:versionID="b509d3a8b0ed92e7f29831ffe99f29a5">
  <xsd:schema xmlns:xsd="http://www.w3.org/2001/XMLSchema" xmlns:xs="http://www.w3.org/2001/XMLSchema" xmlns:p="http://schemas.microsoft.com/office/2006/metadata/properties" xmlns:ns2="221fe16e-01ca-427a-8a91-6a20a69d1f88" xmlns:ns3="2b3ee833-dd67-45a8-9be9-6f6d0833a8d7" targetNamespace="http://schemas.microsoft.com/office/2006/metadata/properties" ma:root="true" ma:fieldsID="436fefed142bd5d713085bf16e736d16" ns2:_="" ns3:_="">
    <xsd:import namespace="221fe16e-01ca-427a-8a91-6a20a69d1f88"/>
    <xsd:import namespace="2b3ee833-dd67-45a8-9be9-6f6d0833a8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e16e-01ca-427a-8a91-6a20a69d1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79308d4-bde5-4dca-adcb-0162404f86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3ee833-dd67-45a8-9be9-6f6d0833a8d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708da26-57c3-4791-a699-23d22bb9967a}" ma:internalName="TaxCatchAll" ma:showField="CatchAllData" ma:web="2b3ee833-dd67-45a8-9be9-6f6d0833a8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D441C6-B327-405B-BE0A-BECCCCF98BE6}">
  <ds:schemaRefs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2b3ee833-dd67-45a8-9be9-6f6d0833a8d7"/>
    <ds:schemaRef ds:uri="221fe16e-01ca-427a-8a91-6a20a69d1f88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73C5645-406F-4C68-A3BB-1D1171D167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869A2F-D6F6-4B72-84C2-8FBC87823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e16e-01ca-427a-8a91-6a20a69d1f88"/>
    <ds:schemaRef ds:uri="2b3ee833-dd67-45a8-9be9-6f6d0833a8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d9008a0-7846-4989-a4c5-77cfad3f7e4e}" enabled="0" method="" siteId="{fd9008a0-7846-4989-a4c5-77cfad3f7e4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173</TotalTime>
  <Words>9</Words>
  <Application>Microsoft Office PowerPoint</Application>
  <PresentationFormat>Widescreen</PresentationFormat>
  <Paragraphs>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Arial Black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Amy Leslie</dc:creator>
  <cp:lastModifiedBy>Darin Kinn</cp:lastModifiedBy>
  <cp:revision>18</cp:revision>
  <dcterms:created xsi:type="dcterms:W3CDTF">2024-10-31T17:58:54Z</dcterms:created>
  <dcterms:modified xsi:type="dcterms:W3CDTF">2026-01-29T19:12:22Z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0x0101008A395DD036392A4E8690A0B7E3762567</vt:lpwstr>
  </property>
  <property fmtid="{D5CDD505-2E9C-101B-9397-08002B2CF9AE}" pid="3" name="MediaServiceImageTags">
    <vt:lpwstr/>
  </property>
</Properties>
</file>