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3"/>
  </p:notesMasterIdLst>
  <p:sldIdLst>
    <p:sldId id="2145707827" r:id="rId5"/>
    <p:sldId id="2145707835" r:id="rId6"/>
    <p:sldId id="2145707829" r:id="rId7"/>
    <p:sldId id="2145707830" r:id="rId8"/>
    <p:sldId id="2145707831" r:id="rId9"/>
    <p:sldId id="2145707833" r:id="rId10"/>
    <p:sldId id="2145707834" r:id="rId11"/>
    <p:sldId id="214570783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5697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509433-8FC2-4E26-ADBE-E9ED89CCBB73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D207B0-5271-4B48-8F11-F6D90584F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97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video" Target="https://www.youtube.com/embed/yREQNjPMDYA?feature=oembed" TargetMode="External"/><Relationship Id="rId4" Type="http://schemas.openxmlformats.org/officeDocument/2006/relationships/image" Target="../media/image4.jpe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BB2FC-7210-49F5-993A-00B15C358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DDDBB-D62A-4015-A79E-4B409CE18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0" name="Picture 9" descr="A pixelated eagle and fleur-de-lis&#10;&#10;Description automatically generated">
            <a:extLst>
              <a:ext uri="{FF2B5EF4-FFF2-40B4-BE49-F238E27FC236}">
                <a16:creationId xmlns:a16="http://schemas.microsoft.com/office/drawing/2014/main" id="{B26008A2-CCAD-71E9-A58C-0CCCEECC53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0378" y="6243156"/>
            <a:ext cx="2921149" cy="45163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2DDBC13-6109-EFC9-39E0-D8EF14C51331}"/>
              </a:ext>
            </a:extLst>
          </p:cNvPr>
          <p:cNvSpPr/>
          <p:nvPr userDrawn="1"/>
        </p:nvSpPr>
        <p:spPr>
          <a:xfrm>
            <a:off x="0" y="6343711"/>
            <a:ext cx="9073661" cy="315912"/>
          </a:xfrm>
          <a:prstGeom prst="rect">
            <a:avLst/>
          </a:prstGeom>
          <a:solidFill>
            <a:srgbClr val="0756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2642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solidFill>
          <a:srgbClr val="07569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BB2FC-7210-49F5-993A-00B15C358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DDDBB-D62A-4015-A79E-4B409CE18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 descr="A black and white logo&#10;&#10;Description automatically generated">
            <a:extLst>
              <a:ext uri="{FF2B5EF4-FFF2-40B4-BE49-F238E27FC236}">
                <a16:creationId xmlns:a16="http://schemas.microsoft.com/office/drawing/2014/main" id="{D2583698-E122-C46D-2230-36E45E58AC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5746" y="6034906"/>
            <a:ext cx="3599001" cy="553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443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rgbClr val="07569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and white logo&#10;&#10;Description automatically generated">
            <a:extLst>
              <a:ext uri="{FF2B5EF4-FFF2-40B4-BE49-F238E27FC236}">
                <a16:creationId xmlns:a16="http://schemas.microsoft.com/office/drawing/2014/main" id="{D2583698-E122-C46D-2230-36E45E58AC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422" y="2303584"/>
            <a:ext cx="10875156" cy="1673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025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solidFill>
          <a:srgbClr val="07569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white logo with white text&#10;&#10;Description automatically generated">
            <a:extLst>
              <a:ext uri="{FF2B5EF4-FFF2-40B4-BE49-F238E27FC236}">
                <a16:creationId xmlns:a16="http://schemas.microsoft.com/office/drawing/2014/main" id="{4111B350-352A-23F8-F74D-644E0455BD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037" y="771138"/>
            <a:ext cx="6915926" cy="531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931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A837EC5-B555-47D5-AB4A-BAB18FFA03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Picture 6" descr="A pixelated eagle and fleur-de-lis&#10;&#10;Description automatically generated">
            <a:extLst>
              <a:ext uri="{FF2B5EF4-FFF2-40B4-BE49-F238E27FC236}">
                <a16:creationId xmlns:a16="http://schemas.microsoft.com/office/drawing/2014/main" id="{D6C67B68-CEBA-FAA3-EA8B-7301B9499FE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484" y="1600200"/>
            <a:ext cx="8299721" cy="1283211"/>
          </a:xfrm>
          <a:prstGeom prst="rect">
            <a:avLst/>
          </a:prstGeom>
        </p:spPr>
      </p:pic>
      <p:pic>
        <p:nvPicPr>
          <p:cNvPr id="8" name="Online Media 3" title="Scouting America Anthem">
            <a:hlinkClick r:id="" action="ppaction://media"/>
            <a:extLst>
              <a:ext uri="{FF2B5EF4-FFF2-40B4-BE49-F238E27FC236}">
                <a16:creationId xmlns:a16="http://schemas.microsoft.com/office/drawing/2014/main" id="{1CBDA12D-17CE-90AB-8974-9CA6181BD4E2}"/>
              </a:ext>
            </a:extLst>
          </p:cNvPr>
          <p:cNvPicPr>
            <a:picLocks noRot="1" noChangeAspect="1"/>
          </p:cNvPicPr>
          <p:nvPr userDrawn="1"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836177" y="457200"/>
            <a:ext cx="10519646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032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eagle with a shield and stars&#10;&#10;Description automatically generated">
            <a:extLst>
              <a:ext uri="{FF2B5EF4-FFF2-40B4-BE49-F238E27FC236}">
                <a16:creationId xmlns:a16="http://schemas.microsoft.com/office/drawing/2014/main" id="{FA0E348E-CE95-E93D-AB93-FD1DB66ABB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8578" y="99053"/>
            <a:ext cx="5894844" cy="6659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277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71F71FC7-FC0B-81F3-3755-39F02526D9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1722" y="728523"/>
            <a:ext cx="6548555" cy="504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432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544B97-D90B-4251-B303-F42BABF43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798277"/>
            <a:ext cx="10515600" cy="2291373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>
                    <a:tint val="75000"/>
                  </a:schemeClr>
                </a:solidFill>
                <a:latin typeface="Arial Black" panose="020B0A040201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C4E32-D95D-40CE-A7DE-EC9E74C9D0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8B219C-0363-4EAC-B355-C16BC5F10A50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B6717-C5A9-4E32-B8EC-5887317D2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2FD96-2ED5-4776-B90F-FC4761E22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75102F-CC77-4CA7-8712-F041898EE77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pixelated eagle and fleur-de-lis&#10;&#10;Description automatically generated">
            <a:extLst>
              <a:ext uri="{FF2B5EF4-FFF2-40B4-BE49-F238E27FC236}">
                <a16:creationId xmlns:a16="http://schemas.microsoft.com/office/drawing/2014/main" id="{C82D88EB-31C6-B7FF-FC1D-120633A2D8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04353"/>
            <a:ext cx="10509250" cy="1624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925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544B97-D90B-4251-B303-F42BABF43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C4E32-D95D-40CE-A7DE-EC9E74C9D0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8B219C-0363-4EAC-B355-C16BC5F10A50}" type="datetimeFigureOut">
              <a:rPr lang="en-US" smtClean="0"/>
              <a:t>10/31/24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B6717-C5A9-4E32-B8EC-5887317D2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2FD96-2ED5-4776-B90F-FC4761E22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75102F-CC77-4CA7-8712-F041898EE77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pixelated eagle and fleur-de-lis&#10;&#10;Description automatically generated">
            <a:extLst>
              <a:ext uri="{FF2B5EF4-FFF2-40B4-BE49-F238E27FC236}">
                <a16:creationId xmlns:a16="http://schemas.microsoft.com/office/drawing/2014/main" id="{C82D88EB-31C6-B7FF-FC1D-120633A2D8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04353"/>
            <a:ext cx="10509250" cy="1624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282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EF757-681C-4A02-9880-D3EFEC32F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92B0C-E864-4B4B-964A-9E53C4E70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6875C4-2DA6-4DB0-886A-65230F286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A pixelated eagle and fleur-de-lis&#10;&#10;Description automatically generated">
            <a:extLst>
              <a:ext uri="{FF2B5EF4-FFF2-40B4-BE49-F238E27FC236}">
                <a16:creationId xmlns:a16="http://schemas.microsoft.com/office/drawing/2014/main" id="{243208EF-80D1-9D6D-4411-CD2EE50FAB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0378" y="6243156"/>
            <a:ext cx="2921149" cy="45163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FA1B245-E00A-3917-E017-4EA5C66C542C}"/>
              </a:ext>
            </a:extLst>
          </p:cNvPr>
          <p:cNvSpPr/>
          <p:nvPr userDrawn="1"/>
        </p:nvSpPr>
        <p:spPr>
          <a:xfrm>
            <a:off x="0" y="6343711"/>
            <a:ext cx="9073661" cy="315912"/>
          </a:xfrm>
          <a:prstGeom prst="rect">
            <a:avLst/>
          </a:prstGeom>
          <a:solidFill>
            <a:srgbClr val="0756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805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3AD7C-ECC6-49CB-B259-D3F6D5FCA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E5DAF5-D4B9-40C2-8952-A817CEA0E7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D5CD0C-B93E-4D69-9F0B-B03424A60E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1D90EF-04B1-4207-82AE-7D6FF6DE43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06857F-C227-4BF7-9CAA-DF52159C1D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A pixelated eagle and fleur-de-lis&#10;&#10;Description automatically generated">
            <a:extLst>
              <a:ext uri="{FF2B5EF4-FFF2-40B4-BE49-F238E27FC236}">
                <a16:creationId xmlns:a16="http://schemas.microsoft.com/office/drawing/2014/main" id="{D916E408-743D-4137-361F-428EB2B714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0378" y="6243156"/>
            <a:ext cx="2921149" cy="45163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AF52595-2092-FCC4-2918-2636FE29C921}"/>
              </a:ext>
            </a:extLst>
          </p:cNvPr>
          <p:cNvSpPr/>
          <p:nvPr userDrawn="1"/>
        </p:nvSpPr>
        <p:spPr>
          <a:xfrm>
            <a:off x="0" y="6343711"/>
            <a:ext cx="9073661" cy="315912"/>
          </a:xfrm>
          <a:prstGeom prst="rect">
            <a:avLst/>
          </a:prstGeom>
          <a:solidFill>
            <a:srgbClr val="0756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24019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499FE-3370-48F5-9321-3BDCA32F3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A pixelated eagle and fleur-de-lis&#10;&#10;Description automatically generated">
            <a:extLst>
              <a:ext uri="{FF2B5EF4-FFF2-40B4-BE49-F238E27FC236}">
                <a16:creationId xmlns:a16="http://schemas.microsoft.com/office/drawing/2014/main" id="{B491A432-C8BD-9833-A8B4-DBD0071833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0378" y="6243156"/>
            <a:ext cx="2921149" cy="45163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F4B0F77-6FAF-1282-B422-7DCFBDEBEFE2}"/>
              </a:ext>
            </a:extLst>
          </p:cNvPr>
          <p:cNvSpPr/>
          <p:nvPr userDrawn="1"/>
        </p:nvSpPr>
        <p:spPr>
          <a:xfrm>
            <a:off x="0" y="6343711"/>
            <a:ext cx="9073661" cy="315912"/>
          </a:xfrm>
          <a:prstGeom prst="rect">
            <a:avLst/>
          </a:prstGeom>
          <a:solidFill>
            <a:srgbClr val="0756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8929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xelated eagle and fleur-de-lis&#10;&#10;Description automatically generated">
            <a:extLst>
              <a:ext uri="{FF2B5EF4-FFF2-40B4-BE49-F238E27FC236}">
                <a16:creationId xmlns:a16="http://schemas.microsoft.com/office/drawing/2014/main" id="{0C94862F-08CF-46FC-C24E-7A34BB609F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0378" y="6243156"/>
            <a:ext cx="2921149" cy="45163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AF6F8E2-423C-235F-A91E-46368224DC61}"/>
              </a:ext>
            </a:extLst>
          </p:cNvPr>
          <p:cNvSpPr/>
          <p:nvPr userDrawn="1"/>
        </p:nvSpPr>
        <p:spPr>
          <a:xfrm>
            <a:off x="0" y="6343711"/>
            <a:ext cx="9073661" cy="315912"/>
          </a:xfrm>
          <a:prstGeom prst="rect">
            <a:avLst/>
          </a:prstGeom>
          <a:solidFill>
            <a:srgbClr val="0756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8627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66139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29CC8-CB60-4446-B9C0-ADCD83841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9C459-CA2E-471A-90B8-9CD7B5B74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993446-49D2-4C5C-AB3C-7983D6B46E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A pixelated eagle and fleur-de-lis&#10;&#10;Description automatically generated">
            <a:extLst>
              <a:ext uri="{FF2B5EF4-FFF2-40B4-BE49-F238E27FC236}">
                <a16:creationId xmlns:a16="http://schemas.microsoft.com/office/drawing/2014/main" id="{FFFBB187-25D7-47C5-F607-124BAF582B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0378" y="6243156"/>
            <a:ext cx="2921149" cy="45163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1C14125-5670-0FF1-5A04-AD8CD4EE708C}"/>
              </a:ext>
            </a:extLst>
          </p:cNvPr>
          <p:cNvSpPr/>
          <p:nvPr userDrawn="1"/>
        </p:nvSpPr>
        <p:spPr>
          <a:xfrm>
            <a:off x="0" y="6343711"/>
            <a:ext cx="9073661" cy="315912"/>
          </a:xfrm>
          <a:prstGeom prst="rect">
            <a:avLst/>
          </a:prstGeom>
          <a:solidFill>
            <a:srgbClr val="0756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1182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B1AF4-9EFB-4707-9220-D0D63A4D9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970091-600C-4D13-BC30-F093773304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D1BD4D-2262-4913-BC7B-CDD0773F33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A pixelated eagle and fleur-de-lis&#10;&#10;Description automatically generated">
            <a:extLst>
              <a:ext uri="{FF2B5EF4-FFF2-40B4-BE49-F238E27FC236}">
                <a16:creationId xmlns:a16="http://schemas.microsoft.com/office/drawing/2014/main" id="{95A09301-6D40-261D-449B-6AF89293CA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0378" y="6243156"/>
            <a:ext cx="2921149" cy="45163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8774B37-F34B-E20E-FDA4-684FC1755BE8}"/>
              </a:ext>
            </a:extLst>
          </p:cNvPr>
          <p:cNvSpPr/>
          <p:nvPr userDrawn="1"/>
        </p:nvSpPr>
        <p:spPr>
          <a:xfrm>
            <a:off x="0" y="6343711"/>
            <a:ext cx="9073661" cy="315912"/>
          </a:xfrm>
          <a:prstGeom prst="rect">
            <a:avLst/>
          </a:prstGeom>
          <a:solidFill>
            <a:srgbClr val="0756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0130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14F11-2B33-457A-AE33-E84F496C0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6930FA-69BC-4619-978D-55BEAF1C65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 descr="A pixelated eagle and fleur-de-lis&#10;&#10;Description automatically generated">
            <a:extLst>
              <a:ext uri="{FF2B5EF4-FFF2-40B4-BE49-F238E27FC236}">
                <a16:creationId xmlns:a16="http://schemas.microsoft.com/office/drawing/2014/main" id="{B794337A-6CBF-625D-825A-48C4B388BE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0378" y="6243156"/>
            <a:ext cx="2921149" cy="45163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EAFF8C0-FF2B-8447-B3EF-197DC3F17CBD}"/>
              </a:ext>
            </a:extLst>
          </p:cNvPr>
          <p:cNvSpPr/>
          <p:nvPr userDrawn="1"/>
        </p:nvSpPr>
        <p:spPr>
          <a:xfrm>
            <a:off x="0" y="6343711"/>
            <a:ext cx="9073661" cy="315912"/>
          </a:xfrm>
          <a:prstGeom prst="rect">
            <a:avLst/>
          </a:prstGeom>
          <a:solidFill>
            <a:srgbClr val="0756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3974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4A9CE8-520D-4A08-8BE0-AD7B43EB37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077866-7875-4403-83CF-5558D69EF4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 descr="A pixelated eagle and fleur-de-lis&#10;&#10;Description automatically generated">
            <a:extLst>
              <a:ext uri="{FF2B5EF4-FFF2-40B4-BE49-F238E27FC236}">
                <a16:creationId xmlns:a16="http://schemas.microsoft.com/office/drawing/2014/main" id="{A347FE61-ADCA-2027-39E6-BDE85EAD8E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0378" y="6243156"/>
            <a:ext cx="2921149" cy="45163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205E194-E059-501B-EE4E-125B7521C4F1}"/>
              </a:ext>
            </a:extLst>
          </p:cNvPr>
          <p:cNvSpPr/>
          <p:nvPr userDrawn="1"/>
        </p:nvSpPr>
        <p:spPr>
          <a:xfrm>
            <a:off x="0" y="6343711"/>
            <a:ext cx="9073661" cy="315912"/>
          </a:xfrm>
          <a:prstGeom prst="rect">
            <a:avLst/>
          </a:prstGeom>
          <a:solidFill>
            <a:srgbClr val="0756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049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9D2550-CAEC-427C-9931-29B0BCF64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CA68F2-4BD4-466B-B002-5596145E4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437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2" r:id="rId2"/>
    <p:sldLayoutId id="2147483674" r:id="rId3"/>
    <p:sldLayoutId id="2147483675" r:id="rId4"/>
    <p:sldLayoutId id="2147483661" r:id="rId5"/>
    <p:sldLayoutId id="2147483676" r:id="rId6"/>
    <p:sldLayoutId id="2147483677" r:id="rId7"/>
    <p:sldLayoutId id="2147483663" r:id="rId8"/>
    <p:sldLayoutId id="2147483678" r:id="rId9"/>
    <p:sldLayoutId id="2147483664" r:id="rId10"/>
    <p:sldLayoutId id="2147483665" r:id="rId11"/>
    <p:sldLayoutId id="2147483666" r:id="rId12"/>
    <p:sldLayoutId id="2147483667" r:id="rId13"/>
    <p:sldLayoutId id="2147483673" r:id="rId14"/>
    <p:sldLayoutId id="2147483668" r:id="rId15"/>
    <p:sldLayoutId id="2147483669" r:id="rId16"/>
    <p:sldLayoutId id="2147483670" r:id="rId17"/>
    <p:sldLayoutId id="2147483671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75697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slideLayout" Target="../slideLayouts/slideLayout14.xml"/><Relationship Id="rId1" Type="http://schemas.openxmlformats.org/officeDocument/2006/relationships/video" Target="https://www.youtube.com/embed/yREQNjPMDYA?feature=oembed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E2BFD7-D19F-BA45-EAD9-63DDAFC6BD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530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ogo on a grassy field&#10;&#10;Description automatically generated">
            <a:extLst>
              <a:ext uri="{FF2B5EF4-FFF2-40B4-BE49-F238E27FC236}">
                <a16:creationId xmlns:a16="http://schemas.microsoft.com/office/drawing/2014/main" id="{5A5C8D8F-5FD7-4184-152A-8501332062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54" y="512805"/>
            <a:ext cx="10368692" cy="5832389"/>
          </a:xfrm>
          <a:prstGeom prst="rect">
            <a:avLst/>
          </a:prstGeom>
        </p:spPr>
      </p:pic>
      <p:pic>
        <p:nvPicPr>
          <p:cNvPr id="5" name="Online Media 4" descr="Scouting America Intro">
            <a:hlinkClick r:id="" action="ppaction://media"/>
            <a:extLst>
              <a:ext uri="{FF2B5EF4-FFF2-40B4-BE49-F238E27FC236}">
                <a16:creationId xmlns:a16="http://schemas.microsoft.com/office/drawing/2014/main" id="{D4F49B94-4F8A-76B1-1F83-F8BE3F881823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911654" y="538613"/>
            <a:ext cx="10322812" cy="580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46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020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979B18D-9FF5-A9BD-D0A9-E109D13001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300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7AF29-F4CE-C070-5AD0-20856432C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6066D-AE84-4B22-3F6A-D4592D73F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706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9072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75FDB-5F39-E2AE-88DA-D8AB2FD41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F105E-4355-ED8E-2397-B4ED00277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173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964879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outing America PPT Template" id="{EDBC1C35-C06F-4E41-AE6B-F4209A888D9F}" vid="{0FA3DBA7-58C3-6448-ABB8-493D7754C5D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A395DD036392A4E8690A0B7E3762567" ma:contentTypeVersion="17" ma:contentTypeDescription="Create a new document." ma:contentTypeScope="" ma:versionID="64e780d52d625163939975d1f03e02f6">
  <xsd:schema xmlns:xsd="http://www.w3.org/2001/XMLSchema" xmlns:xs="http://www.w3.org/2001/XMLSchema" xmlns:p="http://schemas.microsoft.com/office/2006/metadata/properties" xmlns:ns2="221fe16e-01ca-427a-8a91-6a20a69d1f88" xmlns:ns3="2b3ee833-dd67-45a8-9be9-6f6d0833a8d7" targetNamespace="http://schemas.microsoft.com/office/2006/metadata/properties" ma:root="true" ma:fieldsID="749b9fe62d200dfd3b696e1918692cd8" ns2:_="" ns3:_="">
    <xsd:import namespace="221fe16e-01ca-427a-8a91-6a20a69d1f88"/>
    <xsd:import namespace="2b3ee833-dd67-45a8-9be9-6f6d0833a8d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1fe16e-01ca-427a-8a91-6a20a69d1f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879308d4-bde5-4dca-adcb-0162404f863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3ee833-dd67-45a8-9be9-6f6d0833a8d7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2df28d34-aac1-4306-9db6-3316e56ad84a}" ma:internalName="TaxCatchAll" ma:showField="CatchAllData" ma:web="2b3ee833-dd67-45a8-9be9-6f6d0833a8d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2b3ee833-dd67-45a8-9be9-6f6d0833a8d7">
      <UserInfo>
        <DisplayName>Gordon Shattles</DisplayName>
        <AccountId>164</AccountId>
        <AccountType/>
      </UserInfo>
      <UserInfo>
        <DisplayName>Darin Kinn</DisplayName>
        <AccountId>13</AccountId>
        <AccountType/>
      </UserInfo>
      <UserInfo>
        <DisplayName>Nathan Johnson</DisplayName>
        <AccountId>16</AccountId>
        <AccountType/>
      </UserInfo>
    </SharedWithUsers>
    <lcf76f155ced4ddcb4097134ff3c332f xmlns="221fe16e-01ca-427a-8a91-6a20a69d1f88">
      <Terms xmlns="http://schemas.microsoft.com/office/infopath/2007/PartnerControls"/>
    </lcf76f155ced4ddcb4097134ff3c332f>
    <TaxCatchAll xmlns="2b3ee833-dd67-45a8-9be9-6f6d0833a8d7" xsi:nil="true"/>
  </documentManagement>
</p:properties>
</file>

<file path=customXml/itemProps1.xml><?xml version="1.0" encoding="utf-8"?>
<ds:datastoreItem xmlns:ds="http://schemas.openxmlformats.org/officeDocument/2006/customXml" ds:itemID="{973C5645-406F-4C68-A3BB-1D1171D167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07E8B2E-F309-4EF6-BC62-3673AE8EB3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21fe16e-01ca-427a-8a91-6a20a69d1f88"/>
    <ds:schemaRef ds:uri="2b3ee833-dd67-45a8-9be9-6f6d0833a8d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8D441C6-B327-405B-BE0A-BECCCCF98BE6}">
  <ds:schemaRefs>
    <ds:schemaRef ds:uri="http://schemas.microsoft.com/office/infopath/2007/PartnerControls"/>
    <ds:schemaRef ds:uri="http://purl.org/dc/elements/1.1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2b3ee833-dd67-45a8-9be9-6f6d0833a8d7"/>
    <ds:schemaRef ds:uri="221fe16e-01ca-427a-8a91-6a20a69d1f88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fd9008a0-7846-4989-a4c5-77cfad3f7e4e}" enabled="0" method="" siteId="{fd9008a0-7846-4989-a4c5-77cfad3f7e4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1_Office Theme</Template>
  <TotalTime>3</TotalTime>
  <Words>0</Words>
  <Application>Microsoft Macintosh PowerPoint</Application>
  <PresentationFormat>Widescreen</PresentationFormat>
  <Paragraphs>0</Paragraphs>
  <Slides>8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Arial Black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Amy Leslie</dc:creator>
  <cp:lastModifiedBy>Amy Leslie</cp:lastModifiedBy>
  <cp:revision>1</cp:revision>
  <dcterms:created xsi:type="dcterms:W3CDTF">2024-10-31T17:58:54Z</dcterms:created>
  <dcterms:modified xsi:type="dcterms:W3CDTF">2024-10-31T18:02:03Z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0x0101008A395DD036392A4E8690A0B7E3762567</vt:lpwstr>
  </property>
  <property fmtid="{D5CDD505-2E9C-101B-9397-08002B2CF9AE}" pid="3" name="MediaServiceImageTags">
    <vt:lpwstr/>
  </property>
</Properties>
</file>