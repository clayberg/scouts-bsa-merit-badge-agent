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ssic_silhouette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3328"/>
            <a:ext cx="12191695" cy="804672"/>
          </a:xfrm>
          <a:prstGeom prst="rect">
            <a:avLst/>
          </a:prstGeom>
        </p:spPr>
      </p:pic>
      <p:pic>
        <p:nvPicPr>
          <p:cNvPr id="3" name="TemplateBranding_Logo" descr="scouting_america_horiz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5779008"/>
            <a:ext cx="2331720" cy="360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