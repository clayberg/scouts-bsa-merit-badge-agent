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mplateBranding_BottomBar"/>
          <p:cNvSpPr/>
          <p:nvPr/>
        </p:nvSpPr>
        <p:spPr>
          <a:xfrm>
            <a:off x="0" y="6364224"/>
            <a:ext cx="9281160" cy="329184"/>
          </a:xfrm>
          <a:prstGeom prst="rect">
            <a:avLst/>
          </a:prstGeom>
          <a:solidFill>
            <a:srgbClr val="075697"/>
          </a:solidFill>
          <a:ln>
            <a:solidFill>
              <a:srgbClr val="075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mplateBranding_AccentStripe"/>
          <p:cNvSpPr/>
          <p:nvPr/>
        </p:nvSpPr>
        <p:spPr>
          <a:xfrm>
            <a:off x="0" y="6309360"/>
            <a:ext cx="9281160" cy="54864"/>
          </a:xfrm>
          <a:prstGeom prst="rect">
            <a:avLst/>
          </a:prstGeom>
          <a:solidFill>
            <a:srgbClr val="CE1126"/>
          </a:solidFill>
          <a:ln>
            <a:solidFill>
              <a:srgbClr val="CE11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TemplateBranding_Logo" descr="scouting_america_horiz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6254496"/>
            <a:ext cx="2514600" cy="3887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