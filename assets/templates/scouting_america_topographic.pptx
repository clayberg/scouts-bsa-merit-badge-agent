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287" r:id="rId3"/>
    <p:sldId id="288" r:id="rId4"/>
    <p:sldId id="28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38E74-8DA3-AC4E-19A0-DD7376083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57620-609E-7C23-7094-7EA37E723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84CA2-03EA-6470-68DF-AF5A65D5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7F5B3-A9A9-B97F-CF45-C9EC6AE6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14525-4A14-8508-977E-03DA1871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1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F2697-1424-9BE3-88D7-500F9F27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987D6-F58F-40D9-5FF6-FC426C71D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F0923-1C60-6992-C15C-83F3DFBF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80583-471C-64F3-8A8C-1F1F8E3B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1168B-C2D5-6E9A-4C4A-CB9C4EB6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9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621A-0491-035F-642D-AFA2F16B4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60186-5540-A405-2FF5-EC03DF2DB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9CB66-2930-EF3B-7A2E-CAAF0B3D6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A1A0F-D63B-3132-8C26-FCE0BA187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0FA73-CFCC-E357-21A7-D679B45E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2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5894-FB32-48B9-7FDE-8066BD4AC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7E34B-C0E1-D5BE-5C44-3E77594C3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48A89-02B4-871A-FB0C-33B4BFE3E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40416-E905-1A04-FB60-B3697B35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98E30-670B-9238-B5D7-BD3C918F2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7A75D-FB7E-41FB-9B99-A8CF350F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0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10AC-8A38-D253-A23E-0950F71EB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1EA60-CC94-8720-2B2C-7838C5181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ECF74-FEFA-B82C-4818-8F3736C6F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3ED71-4B21-6F0E-3739-8D2DD8A203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A225D-0BD5-A40A-EB11-ED6DEACEC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6279AE-0873-720C-D488-937A540C6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CEED1C-D0C5-08B9-702C-0B59A207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02F21-1F65-B4F5-DABF-1D9B7177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1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9C0D-F002-272E-67F1-4D6B61397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3209E-3B2D-9AA4-2234-9ED7274E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F6EE7-F5CA-D684-DB23-8EB542A3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A5667-B89C-F627-ACB5-581D15AF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1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1C1A9A-E969-6752-888F-4C03037F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B5F4E-9563-7FF2-0DEB-D50D5EEF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7A289-A752-3851-4300-068C3466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1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9957-3399-DDD5-5668-65CBA9B2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F2CB-9A34-6F63-24B9-38ADF478F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DBC3A-0B65-225B-B1CA-E9FEEBEE8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EB6D9-BCBB-FD62-69A9-6F2145BF0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75233-8C88-8E81-9D1A-CC758113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B5469-C495-119C-3311-460C65B1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2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FB37-2CBA-616B-7E94-6ACF2511A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C7B79-5CAE-D2CA-78AB-E5F90AA89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6F788-339A-7E61-ED5E-44F4A7AF5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0C556-9F7B-48C4-F7A1-B25DA78DC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17982-C163-194E-D1FC-807DAE21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6FE3A-3232-BEB5-E590-3990E9CB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67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3B576-4525-1FA2-95C3-2B7A7FC8D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065C1-B356-9C10-A8FF-1CF5BCAFD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F415F-0420-4A85-3191-93AE5A31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896BE-B1C9-490E-1FE9-181D54556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C1775-BBEF-2FEC-DC65-D8E76BA3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8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70D480-A3EB-0484-D104-6BE58AACE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94E84-7E29-CE86-0201-554DF52BD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2BCCE-A541-3C7F-CBEE-866308FB2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8A8B2-5327-204F-352A-8B581EBF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4A768-BDEB-3700-E1FC-F8A1531B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9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AAF1C-5E49-32DE-A36F-7D3CCC77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FF3FE-6D26-CAF2-5C2E-30260255F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FBF7A-61D8-257D-0060-DB054FF6A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B3F73-EB0D-47BB-BB38-F983D53847A7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28FA5-DFA2-B528-EEEA-EA2EBE78C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0739B-891B-E28C-0B3C-19D90AF22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AE049-9282-40B6-89B3-0D2DB951F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35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logo with a bird and a symbol&#10;&#10;Description automatically generated">
            <a:extLst>
              <a:ext uri="{FF2B5EF4-FFF2-40B4-BE49-F238E27FC236}">
                <a16:creationId xmlns:a16="http://schemas.microsoft.com/office/drawing/2014/main" id="{DB99F000-F06A-D50E-3F72-22712CE74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48" y="2412984"/>
            <a:ext cx="8595703" cy="203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858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logo with a bird and a symbol&#10;&#10;Description automatically generated">
            <a:extLst>
              <a:ext uri="{FF2B5EF4-FFF2-40B4-BE49-F238E27FC236}">
                <a16:creationId xmlns:a16="http://schemas.microsoft.com/office/drawing/2014/main" id="{DB99F000-F06A-D50E-3F72-22712CE74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479" y="5801644"/>
            <a:ext cx="3798270" cy="89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6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logo with a bird and a symbol&#10;&#10;Description automatically generated">
            <a:extLst>
              <a:ext uri="{FF2B5EF4-FFF2-40B4-BE49-F238E27FC236}">
                <a16:creationId xmlns:a16="http://schemas.microsoft.com/office/drawing/2014/main" id="{DB99F000-F06A-D50E-3F72-22712CE74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479" y="5801644"/>
            <a:ext cx="3798270" cy="89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348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logo with a bird and a symbol&#10;&#10;Description automatically generated">
            <a:extLst>
              <a:ext uri="{FF2B5EF4-FFF2-40B4-BE49-F238E27FC236}">
                <a16:creationId xmlns:a16="http://schemas.microsoft.com/office/drawing/2014/main" id="{DB99F000-F06A-D50E-3F72-22712CE74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479" y="5801644"/>
            <a:ext cx="3798270" cy="89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157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Hopkins</dc:creator>
  <cp:lastModifiedBy>Christopher Hopkins</cp:lastModifiedBy>
  <cp:revision>2</cp:revision>
  <dcterms:created xsi:type="dcterms:W3CDTF">2024-05-29T13:37:32Z</dcterms:created>
  <dcterms:modified xsi:type="dcterms:W3CDTF">2024-06-06T18:26:34Z</dcterms:modified>
</cp:coreProperties>
</file>